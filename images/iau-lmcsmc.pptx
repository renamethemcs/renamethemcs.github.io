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76"/>
  </p:normalViewPr>
  <p:slideViewPr>
    <p:cSldViewPr snapToGrid="0">
      <p:cViewPr varScale="1">
        <p:scale>
          <a:sx n="96" d="100"/>
          <a:sy n="96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DD4F-8D5E-BB3A-52A9-66558584A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FFB57-54EC-1B89-5995-816DB5CD5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038E-B2CD-CAF2-F9DB-B851BF3E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B77AF-9B9B-9B3D-FE5B-27E04B2C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ED97-D1A4-9FDA-853D-63D113BBC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9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F2B7-B1F6-128A-F6A6-E23E48DD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9F48-F8A3-98E7-0EC2-75A0D1933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EF189-5731-8D75-51DE-86873E48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9CE5B-3A80-4DAA-8581-F1A551583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6463-F32A-80E6-20D7-90629AED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8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1CF6-F331-B896-2039-59E5CB2E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FB597-C75E-C163-DFB1-7EA4930C5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4395F-48FD-AC0E-A908-E5C7BFCF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6DD1-B89A-7CB6-9771-1F2D8B14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5021A-5E23-8202-5FC6-B065AEE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9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556A-6D06-1097-AFF8-E252A55C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015B7-C006-6CB9-E2AC-15287FBAF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6D29D-3230-59A2-2880-ACCC1970F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4368B-AF66-9282-34CB-16B7D67C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1AD83-4C25-C068-1ECE-7E656D0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AA573-3AFE-3AF2-3C39-43B8F2A9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9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7AFD-4F50-8CCD-C697-21927204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D4CE3-157C-E167-3B20-66B9616F6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B3E6D-36EF-63A7-78E5-3E3AEA3F8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FD53C-84A0-DFC1-68D5-EC8096E0F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DFBD8-D510-1A8D-48F8-0D95780A1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26C5E-5D6B-9DDC-0108-FFE70442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8161A-8591-ADED-B80D-4351AE77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747D5-942F-3A71-669C-A4BE8BD0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3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9065-015E-CFBF-E7B8-9891E926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A020A-CF41-B42A-A905-39A02F58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F5EB6-4D7A-C4BC-5F90-1DC05933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1984C-432E-A239-09F7-DE842ED5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4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BAE5E-3DC3-3EA8-A423-ACB528CA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D2A6D1-2E83-6D94-3B7A-253B55EF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5FECD-C6E7-F69B-6E3F-73193FAE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F45E-DF7A-7247-E441-C009CB10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CC78D-48FB-5923-9451-31249F0D0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20FF3-4B52-1250-79AF-0C6AB1EC0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DBEB5-9847-9B38-E370-A4A94E89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02B00-22AE-C396-EE08-9A1AD2A1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EA1A7-2F61-476B-8B69-A6D5B2B4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7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B2A6-787D-D4AD-D55A-097F2920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42DD5-71BF-67E1-E1B7-573A9BE39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845F3-22E9-2C07-9181-2B9568326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005B7-254F-4C1F-0DF2-7B4DA93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183AA-2F68-88C7-437F-175AEE08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B05AC-5D58-89D4-F504-1F2A9EB1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2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78B4-6E95-752E-B507-38A199E0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CE74D-A29C-A1A9-6E85-ADFD68A6D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17117-424B-8D52-B9A1-193B5178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20D7E-D3ED-A891-C71F-FB95EB8A6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1AC01-9D6E-168C-9D59-04C7D298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7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3D01F-4B92-1E0C-4A24-AF035CA02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E5E75-5EC3-1438-E3A7-B46843F66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64B1D-5036-7114-9CC7-E29B195C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45216-80F9-61F3-36F1-D2314CE7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E1748-2813-1E40-7FC2-3EDBA68E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2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A57A5-9D24-45C9-604D-520DA016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B2B66-C13B-D213-3517-3A89E89B5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8BC1-EE37-DE03-1206-D39973E44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0A03-B912-704A-BC6D-3F4E89E18B51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1B262-8022-BD4F-E8A3-F2C18A1DB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7F195-9097-0169-C2AE-10675EC06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2DEBE-1CBC-E945-B97A-3A26702F3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0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EB4D2-D978-029D-82B9-7FF7D87D6B8F}"/>
              </a:ext>
            </a:extLst>
          </p:cNvPr>
          <p:cNvGrpSpPr/>
          <p:nvPr/>
        </p:nvGrpSpPr>
        <p:grpSpPr>
          <a:xfrm>
            <a:off x="553279" y="624799"/>
            <a:ext cx="4071730" cy="2518323"/>
            <a:chOff x="553279" y="624799"/>
            <a:chExt cx="4071730" cy="25183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449E8C-8CBE-45FC-79A2-5BEFCDF063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96"/>
            <a:stretch/>
          </p:blipFill>
          <p:spPr>
            <a:xfrm>
              <a:off x="553279" y="624799"/>
              <a:ext cx="4071730" cy="2518323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C391F56-CCB2-B0CE-0467-FB32E46B3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41678" y="995764"/>
              <a:ext cx="2494933" cy="1776392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9C0E537-CA1F-0A82-7B9F-2EA610593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496" y="588583"/>
            <a:ext cx="4071730" cy="25183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1CFCDC-769B-2AED-3907-C632D83F6D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592" b="7299"/>
          <a:stretch/>
        </p:blipFill>
        <p:spPr>
          <a:xfrm>
            <a:off x="2214770" y="3787313"/>
            <a:ext cx="4071730" cy="251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03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de los Reyes</dc:creator>
  <cp:lastModifiedBy>Mia de los Reyes</cp:lastModifiedBy>
  <cp:revision>1</cp:revision>
  <dcterms:created xsi:type="dcterms:W3CDTF">2026-10-09T17:58:01Z</dcterms:created>
  <dcterms:modified xsi:type="dcterms:W3CDTF">2026-10-09T18:11:44Z</dcterms:modified>
</cp:coreProperties>
</file>